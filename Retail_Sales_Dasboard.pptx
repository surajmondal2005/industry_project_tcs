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2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23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94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68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34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3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7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5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96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12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3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674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8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Retail Sales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900" dirty="0"/>
              <a:t>Name </a:t>
            </a:r>
            <a:r>
              <a:rPr lang="en-US" sz="900" dirty="0"/>
              <a:t>– </a:t>
            </a:r>
            <a:r>
              <a:rPr lang="en-US" sz="900" dirty="0" err="1"/>
              <a:t>suraj</a:t>
            </a:r>
            <a:r>
              <a:rPr lang="en-US" sz="900" dirty="0"/>
              <a:t> </a:t>
            </a:r>
            <a:r>
              <a:rPr lang="en-US" sz="900" dirty="0" err="1"/>
              <a:t>mondal</a:t>
            </a:r>
            <a:endParaRPr lang="en-US" sz="900" dirty="0"/>
          </a:p>
          <a:p>
            <a:r>
              <a:rPr sz="900" dirty="0"/>
              <a:t>Course</a:t>
            </a:r>
            <a:r>
              <a:rPr lang="en-US" sz="900" dirty="0"/>
              <a:t> - TCS </a:t>
            </a:r>
            <a:r>
              <a:rPr lang="en-US" sz="900" dirty="0" err="1"/>
              <a:t>iON</a:t>
            </a:r>
            <a:r>
              <a:rPr lang="en-US" sz="900" dirty="0"/>
              <a:t> AIP 135 - Integrated Retail Sales Performance Tracking and Analysis</a:t>
            </a:r>
          </a:p>
          <a:p>
            <a:r>
              <a:rPr lang="en-IN" sz="900" dirty="0"/>
              <a:t>D</a:t>
            </a:r>
            <a:r>
              <a:rPr sz="900" dirty="0"/>
              <a:t>ate</a:t>
            </a:r>
            <a:r>
              <a:rPr lang="en-US" sz="900" dirty="0"/>
              <a:t>-  14/04/2026</a:t>
            </a:r>
            <a:endParaRPr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Analyze retail sales data</a:t>
            </a:r>
          </a:p>
          <a:p>
            <a:pPr>
              <a:defRPr sz="2000"/>
            </a:pPr>
            <a:r>
              <a:t>Identify trends and patterns</a:t>
            </a:r>
          </a:p>
          <a:p>
            <a:pPr>
              <a:defRPr sz="2000"/>
            </a:pPr>
            <a:r>
              <a:t>Understand customer behavior</a:t>
            </a:r>
          </a:p>
          <a:p>
            <a:pPr>
              <a:defRPr sz="2000"/>
            </a:pPr>
            <a:r>
              <a:t>Build interactive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Transaction ID, Date, Customer ID</a:t>
            </a:r>
          </a:p>
          <a:p>
            <a:pPr>
              <a:defRPr sz="2000"/>
            </a:pPr>
            <a:r>
              <a:t>Gender, Age, Product Category</a:t>
            </a:r>
          </a:p>
          <a:p>
            <a:pPr>
              <a:defRPr sz="2000"/>
            </a:pPr>
            <a:r>
              <a:t>Quantity, Price per Unit</a:t>
            </a:r>
          </a:p>
          <a:p>
            <a:pPr>
              <a:defRPr sz="2000"/>
            </a:pPr>
            <a:r>
              <a:t>Total Amount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Removed duplicates</a:t>
            </a:r>
          </a:p>
          <a:p>
            <a:pPr>
              <a:defRPr sz="2000"/>
            </a:pPr>
            <a:r>
              <a:t>Handled missing values</a:t>
            </a:r>
          </a:p>
          <a:p>
            <a:pPr>
              <a:defRPr sz="2000"/>
            </a:pPr>
            <a:r>
              <a:t>Standardized columns</a:t>
            </a:r>
          </a:p>
          <a:p>
            <a:pPr>
              <a:defRPr sz="2000"/>
            </a:pPr>
            <a:r>
              <a:t>Converted date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&amp;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Created Month, Quarter, Age Groups</a:t>
            </a:r>
          </a:p>
          <a:p>
            <a:pPr>
              <a:defRPr sz="2000"/>
            </a:pPr>
            <a:r>
              <a:t>Calculated Total Amount</a:t>
            </a:r>
          </a:p>
          <a:p>
            <a:pPr>
              <a:defRPr sz="2000"/>
            </a:pPr>
            <a:r>
              <a:t>Applied K-Means clustering</a:t>
            </a:r>
          </a:p>
          <a:p>
            <a:pPr>
              <a:defRPr sz="2000"/>
            </a:pPr>
            <a:r>
              <a:t>Segments: Low, Medium, High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68CCA-05DE-D5C3-D2AE-0CC879798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1" y="1853755"/>
            <a:ext cx="6516897" cy="3676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Electronics generates highest revenue</a:t>
            </a:r>
          </a:p>
          <a:p>
            <a:pPr>
              <a:defRPr sz="2000"/>
            </a:pPr>
            <a:r>
              <a:t>Sales vary across months</a:t>
            </a:r>
          </a:p>
          <a:p>
            <a:pPr>
              <a:defRPr sz="2000"/>
            </a:pPr>
            <a:r>
              <a:t>Female contribution slightly higher</a:t>
            </a:r>
          </a:p>
          <a:p>
            <a:pPr>
              <a:defRPr sz="2000"/>
            </a:pPr>
            <a:r>
              <a:t>High-value customers identified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Provides actionable business insights</a:t>
            </a:r>
          </a:p>
          <a:p>
            <a:pPr>
              <a:defRPr sz="2000"/>
            </a:pPr>
            <a:r>
              <a:t>Improves decision making</a:t>
            </a:r>
          </a:p>
          <a:p>
            <a:pPr>
              <a:defRPr sz="2000"/>
            </a:pPr>
            <a:r>
              <a:t>ML enhances customer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131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Retail Sales Performance Analysis</vt:lpstr>
      <vt:lpstr>Objective</vt:lpstr>
      <vt:lpstr>Dataset Overview</vt:lpstr>
      <vt:lpstr>Data Preprocessing</vt:lpstr>
      <vt:lpstr>Feature Engineering &amp; ML</vt:lpstr>
      <vt:lpstr>Dashboard Visualization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Suraj Mondal</cp:lastModifiedBy>
  <cp:revision>2</cp:revision>
  <dcterms:created xsi:type="dcterms:W3CDTF">2013-01-27T09:14:16Z</dcterms:created>
  <dcterms:modified xsi:type="dcterms:W3CDTF">2026-04-14T10:19:24Z</dcterms:modified>
  <cp:category/>
</cp:coreProperties>
</file>